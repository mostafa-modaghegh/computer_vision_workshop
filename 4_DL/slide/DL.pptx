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C29"/>
    <a:srgbClr val="0D295B"/>
    <a:srgbClr val="0569A1"/>
    <a:srgbClr val="4B52A0"/>
    <a:srgbClr val="42498F"/>
    <a:srgbClr val="383E7C"/>
    <a:srgbClr val="110E47"/>
    <a:srgbClr val="40A2C7"/>
    <a:srgbClr val="2D3367"/>
    <a:srgbClr val="495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F656-7DE0-270A-6D61-53DA1293B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40F1A-7613-7E4E-AF5E-B7E841A61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582F0-C929-2B33-D727-0F91E775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B3955-D4B0-0BA6-85F2-A24E0F0E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52B3B-692A-A402-3A6A-4FDC9F6E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69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2E47-AE19-579E-62C3-C7F05C1F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0B51-7F0D-5E08-FF4C-F93DA052B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CA7B-9DA9-F2C6-327F-C97AB3B5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AD667-E7A9-1F67-E3AF-B94B2F78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D3539-7091-0DE5-58F0-787C4B4F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94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5B4C-7782-BEAC-0080-ADCEB289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519DD-95BD-D200-D659-725591211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F1D7-31DA-B781-A222-6EBCC68D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D4B8-5701-4894-18CE-D9992025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75F95-593F-2D7A-3487-6357609A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5C63-60A6-4896-1991-17D91705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DACC-A96F-5AFB-F1F7-7C11D5917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3BE58-D73C-D6A8-0A29-AD1C710C9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1AC6F-7711-C640-875C-B7B81AC0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C2AE-0897-FB14-87C5-27568A12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AA716-C43A-573B-D3EB-D90555C9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0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FE77-420A-5C02-DFCA-E0B30D8F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C3EDD-5A5E-CCE9-D295-A99E74B1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6617E-AFC1-B187-5AAC-78FCAA450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088C1-5EEF-DCE1-D89F-68A4AA459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66E85-AA3B-B49C-63F1-70308BED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A3EFE-4A83-2089-2432-63224A8C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42ED8-13B2-76EB-A077-2A7E916D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21716-875A-FC58-83F5-8085BBE2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7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6C69-CB90-1CFA-FDD9-89ACB6D0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4D68C-37E7-C566-D0AC-B20642E7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F54D9-3E6A-0F62-15C6-F93E6810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63C80-60DA-D869-78BC-4179DD56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13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038EE-2C2F-8ECC-2457-0E159EEBC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76338-4E0B-0401-3B84-748C096E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31E45-F1FF-1631-188C-15EAE00C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2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5065-C866-544A-057D-B527D4EB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E379-C430-5356-E2D1-7A702F41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D5E6F-B8A1-88CB-AE2D-DB5F17E26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32869-83E3-7111-1136-CEF18656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6B40C-094C-2939-0D6B-132A8514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59083-B810-9126-924D-B04813E2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54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487C-3BDB-CB13-6105-00112EDD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1CE98-A5B6-9D44-56AD-F253547D8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E1FDC-A060-F192-7401-2BC34982A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0163D-3281-BFFC-C5DC-6B5907EA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B51C8-0610-35C7-2E60-C69DB7AC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0A3C4-D0D8-31AB-B8C5-7A6A29DC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11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905E-D29A-0820-6725-43F1EDCC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9893A-54F2-BF00-842C-7880E771E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C0F8-8C16-DABC-1123-F0DD5E72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A5471-5537-9EA7-24D8-88CB326F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8F68-A082-B846-6DEC-7B00B1EC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79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B61D1-FFB4-B862-1A30-D11DACC5B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DB2AE-2408-D1CD-2316-2EE593AD7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C83E-D2C8-9372-1D2C-657F664C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13ADF-5F52-8659-CFB8-42FFB1CB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41FE3-4F6E-0E7F-60B5-D45BEB4F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78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ACFC8-C04E-7541-92B4-3161805C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CA49F-AB29-DC86-C18E-170421E42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7BDC1-7974-DB85-A17C-FF44BAAC8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9F2C0-203B-4FE1-B468-6BC063D2E25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C997-C5B3-FA57-DCEB-BAC1AF811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39512-1B7F-5321-39A1-E5702A97B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35CB3-74FB-4497-A791-FBD10BB9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454-BA5D-9AA8-07F4-9395E1405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87A54-CC04-51A5-992C-708E1E5AC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circuit board in a human head&#10;&#10;AI-generated content may be incorrect.">
            <a:extLst>
              <a:ext uri="{FF2B5EF4-FFF2-40B4-BE49-F238E27FC236}">
                <a16:creationId xmlns:a16="http://schemas.microsoft.com/office/drawing/2014/main" id="{1EC5FCEA-FE89-7049-B5F6-4438E358D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C8F238-9953-F723-88AC-598030F078CD}"/>
              </a:ext>
            </a:extLst>
          </p:cNvPr>
          <p:cNvSpPr/>
          <p:nvPr/>
        </p:nvSpPr>
        <p:spPr>
          <a:xfrm>
            <a:off x="489284" y="4122821"/>
            <a:ext cx="1475874" cy="3529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2DE46-6644-E93E-0A24-38C31DA5B840}"/>
              </a:ext>
            </a:extLst>
          </p:cNvPr>
          <p:cNvSpPr/>
          <p:nvPr/>
        </p:nvSpPr>
        <p:spPr>
          <a:xfrm>
            <a:off x="489284" y="4122821"/>
            <a:ext cx="1475874" cy="352926"/>
          </a:xfrm>
          <a:prstGeom prst="rect">
            <a:avLst/>
          </a:prstGeom>
          <a:solidFill>
            <a:srgbClr val="020940"/>
          </a:solidFill>
          <a:ln>
            <a:solidFill>
              <a:srgbClr val="0209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logo with text on it&#10;&#10;AI-generated content may be incorrect.">
            <a:extLst>
              <a:ext uri="{FF2B5EF4-FFF2-40B4-BE49-F238E27FC236}">
                <a16:creationId xmlns:a16="http://schemas.microsoft.com/office/drawing/2014/main" id="{001F1BB2-24E9-82DB-93AD-810F767EAC1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45" y="4632326"/>
            <a:ext cx="1128455" cy="1128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4BF837-B9AF-5D89-F5EE-7EECE94D6B3F}"/>
              </a:ext>
            </a:extLst>
          </p:cNvPr>
          <p:cNvSpPr txBox="1"/>
          <p:nvPr/>
        </p:nvSpPr>
        <p:spPr>
          <a:xfrm>
            <a:off x="1596189" y="5368213"/>
            <a:ext cx="4740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Segoe Script" panose="030B0504020000000003" pitchFamily="66" charset="0"/>
              </a:rPr>
              <a:t>Sayed Mostafa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Segoe Script" panose="030B0504020000000003" pitchFamily="66" charset="0"/>
              </a:rPr>
              <a:t>Modaghegh</a:t>
            </a:r>
            <a:endParaRPr lang="en-US" dirty="0">
              <a:solidFill>
                <a:schemeClr val="tx2">
                  <a:lumMod val="25000"/>
                  <a:lumOff val="75000"/>
                </a:schemeClr>
              </a:solidFill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486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E1B2-593B-109F-2F9C-257B43AA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27908184-7E7A-2431-AF86-9D1EBC4BA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78053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A046CF-DFD9-1789-DA9F-0C243B41851D}"/>
              </a:ext>
            </a:extLst>
          </p:cNvPr>
          <p:cNvSpPr/>
          <p:nvPr/>
        </p:nvSpPr>
        <p:spPr>
          <a:xfrm>
            <a:off x="3105150" y="6472822"/>
            <a:ext cx="5791200" cy="385178"/>
          </a:xfrm>
          <a:prstGeom prst="rect">
            <a:avLst/>
          </a:prstGeom>
          <a:solidFill>
            <a:srgbClr val="152B77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2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9E84-5A98-734B-12E0-176CB26E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machine learning">
            <a:extLst>
              <a:ext uri="{FF2B5EF4-FFF2-40B4-BE49-F238E27FC236}">
                <a16:creationId xmlns:a16="http://schemas.microsoft.com/office/drawing/2014/main" id="{A52AACFA-CC01-7B2E-00EC-A75D6BABE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7630"/>
          </a:xfrm>
        </p:spPr>
      </p:pic>
    </p:spTree>
    <p:extLst>
      <p:ext uri="{BB962C8B-B14F-4D97-AF65-F5344CB8AC3E}">
        <p14:creationId xmlns:p14="http://schemas.microsoft.com/office/powerpoint/2010/main" val="2887633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AF86-6D5A-0910-5A0E-41EE059A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and white background with a brain and text">
            <a:extLst>
              <a:ext uri="{FF2B5EF4-FFF2-40B4-BE49-F238E27FC236}">
                <a16:creationId xmlns:a16="http://schemas.microsoft.com/office/drawing/2014/main" id="{A3CBA29E-6739-C119-1F32-20B3D7D50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92975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BF9F-AEB8-45F7-4CEF-03920AF6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machine learning">
            <a:extLst>
              <a:ext uri="{FF2B5EF4-FFF2-40B4-BE49-F238E27FC236}">
                <a16:creationId xmlns:a16="http://schemas.microsoft.com/office/drawing/2014/main" id="{83921A3F-3C32-C847-6847-3132C8750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A7BFB5-1C4F-D210-73CC-3C4C5872D403}"/>
              </a:ext>
            </a:extLst>
          </p:cNvPr>
          <p:cNvSpPr/>
          <p:nvPr/>
        </p:nvSpPr>
        <p:spPr>
          <a:xfrm>
            <a:off x="3952875" y="6667500"/>
            <a:ext cx="4343400" cy="190500"/>
          </a:xfrm>
          <a:prstGeom prst="rect">
            <a:avLst/>
          </a:prstGeom>
          <a:solidFill>
            <a:srgbClr val="152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78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B77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oster of a machine learning&#10;&#10;AI-generated content may be incorrect.">
            <a:extLst>
              <a:ext uri="{FF2B5EF4-FFF2-40B4-BE49-F238E27FC236}">
                <a16:creationId xmlns:a16="http://schemas.microsoft.com/office/drawing/2014/main" id="{2E13BA80-107D-DE14-0D30-CEFBD0AE1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7" b="2764"/>
          <a:stretch/>
        </p:blipFill>
        <p:spPr>
          <a:xfrm>
            <a:off x="1195544" y="0"/>
            <a:ext cx="9800911" cy="6858000"/>
          </a:xfrm>
        </p:spPr>
      </p:pic>
    </p:spTree>
    <p:extLst>
      <p:ext uri="{BB962C8B-B14F-4D97-AF65-F5344CB8AC3E}">
        <p14:creationId xmlns:p14="http://schemas.microsoft.com/office/powerpoint/2010/main" val="721520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48BB-6DEF-BF18-17E4-818F882A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neural network">
            <a:extLst>
              <a:ext uri="{FF2B5EF4-FFF2-40B4-BE49-F238E27FC236}">
                <a16:creationId xmlns:a16="http://schemas.microsoft.com/office/drawing/2014/main" id="{21BA8878-8EC9-0ABB-4D37-F88681CBE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8A0FAE-A8E3-68EA-3D46-6F47B77B8BB4}"/>
              </a:ext>
            </a:extLst>
          </p:cNvPr>
          <p:cNvSpPr/>
          <p:nvPr/>
        </p:nvSpPr>
        <p:spPr>
          <a:xfrm>
            <a:off x="11592232" y="6361471"/>
            <a:ext cx="599768" cy="496529"/>
          </a:xfrm>
          <a:prstGeom prst="rect">
            <a:avLst/>
          </a:prstGeom>
          <a:solidFill>
            <a:srgbClr val="030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55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4E9B-441C-AC39-418A-2F8509E9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neuron">
            <a:extLst>
              <a:ext uri="{FF2B5EF4-FFF2-40B4-BE49-F238E27FC236}">
                <a16:creationId xmlns:a16="http://schemas.microsoft.com/office/drawing/2014/main" id="{55E50C9D-F62C-1F56-1FAA-FD22C0A47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C4EA1E-A57F-BCA0-FDF6-035BEE204100}"/>
              </a:ext>
            </a:extLst>
          </p:cNvPr>
          <p:cNvSpPr/>
          <p:nvPr/>
        </p:nvSpPr>
        <p:spPr>
          <a:xfrm>
            <a:off x="11649075" y="6419850"/>
            <a:ext cx="361950" cy="257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0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8BA7-DCE6-7DF4-CA3E-8352697D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blue and white background with white text">
            <a:extLst>
              <a:ext uri="{FF2B5EF4-FFF2-40B4-BE49-F238E27FC236}">
                <a16:creationId xmlns:a16="http://schemas.microsoft.com/office/drawing/2014/main" id="{A207E5DB-F490-2396-394D-E6F0F3856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24720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C137-61B6-C73A-4190-4CEA9F65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6C227B-DAE3-647F-22AE-E0CA2530E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E3FBEF-333C-14D6-C37B-6FE8633ED1FA}"/>
              </a:ext>
            </a:extLst>
          </p:cNvPr>
          <p:cNvSpPr/>
          <p:nvPr/>
        </p:nvSpPr>
        <p:spPr>
          <a:xfrm>
            <a:off x="11610975" y="6248400"/>
            <a:ext cx="514350" cy="609600"/>
          </a:xfrm>
          <a:prstGeom prst="rect">
            <a:avLst/>
          </a:prstGeom>
          <a:solidFill>
            <a:srgbClr val="030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4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609A-7DC2-1E7E-FD30-B4CFF3BF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n a blue background">
            <a:extLst>
              <a:ext uri="{FF2B5EF4-FFF2-40B4-BE49-F238E27FC236}">
                <a16:creationId xmlns:a16="http://schemas.microsoft.com/office/drawing/2014/main" id="{4676A973-3DF2-62ED-26CA-A63A9B08B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7929B6-1C57-A6E1-9390-8AF1A992CB7A}"/>
              </a:ext>
            </a:extLst>
          </p:cNvPr>
          <p:cNvSpPr/>
          <p:nvPr/>
        </p:nvSpPr>
        <p:spPr>
          <a:xfrm>
            <a:off x="6781800" y="4514850"/>
            <a:ext cx="1419225" cy="1325563"/>
          </a:xfrm>
          <a:prstGeom prst="rect">
            <a:avLst/>
          </a:prstGeom>
          <a:solidFill>
            <a:srgbClr val="4951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A4D26-6017-6931-17CD-BEEBB1DD275F}"/>
              </a:ext>
            </a:extLst>
          </p:cNvPr>
          <p:cNvSpPr/>
          <p:nvPr/>
        </p:nvSpPr>
        <p:spPr>
          <a:xfrm>
            <a:off x="2962275" y="6619875"/>
            <a:ext cx="6153150" cy="238125"/>
          </a:xfrm>
          <a:prstGeom prst="rect">
            <a:avLst/>
          </a:prstGeom>
          <a:solidFill>
            <a:srgbClr val="2D3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4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3B63-ECB4-64B5-4E5C-8EA20BA8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n a blue background">
            <a:extLst>
              <a:ext uri="{FF2B5EF4-FFF2-40B4-BE49-F238E27FC236}">
                <a16:creationId xmlns:a16="http://schemas.microsoft.com/office/drawing/2014/main" id="{B414FD9D-1399-888D-E8EC-EAB586FD9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AEDA1F-9552-C468-8E70-D0F51DEA1FDB}"/>
              </a:ext>
            </a:extLst>
          </p:cNvPr>
          <p:cNvSpPr/>
          <p:nvPr/>
        </p:nvSpPr>
        <p:spPr>
          <a:xfrm>
            <a:off x="257175" y="5457825"/>
            <a:ext cx="1362075" cy="495300"/>
          </a:xfrm>
          <a:prstGeom prst="rect">
            <a:avLst/>
          </a:prstGeom>
          <a:solidFill>
            <a:srgbClr val="40A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4BFB7-132A-DC8B-1400-35509CDDD0C5}"/>
              </a:ext>
            </a:extLst>
          </p:cNvPr>
          <p:cNvSpPr/>
          <p:nvPr/>
        </p:nvSpPr>
        <p:spPr>
          <a:xfrm>
            <a:off x="3248025" y="6629400"/>
            <a:ext cx="5781675" cy="228600"/>
          </a:xfrm>
          <a:prstGeom prst="rect">
            <a:avLst/>
          </a:prstGeom>
          <a:solidFill>
            <a:srgbClr val="110E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98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3987-FB36-7DE7-E7D7-3987E4FC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n a blue background">
            <a:extLst>
              <a:ext uri="{FF2B5EF4-FFF2-40B4-BE49-F238E27FC236}">
                <a16:creationId xmlns:a16="http://schemas.microsoft.com/office/drawing/2014/main" id="{83A71C6C-0FE1-8888-F64D-04EDF624A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7F670-764F-894F-AE35-D09609782717}"/>
              </a:ext>
            </a:extLst>
          </p:cNvPr>
          <p:cNvSpPr/>
          <p:nvPr/>
        </p:nvSpPr>
        <p:spPr>
          <a:xfrm>
            <a:off x="104775" y="4646612"/>
            <a:ext cx="1752600" cy="1325563"/>
          </a:xfrm>
          <a:prstGeom prst="rect">
            <a:avLst/>
          </a:prstGeom>
          <a:solidFill>
            <a:srgbClr val="40A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E25A4-A03D-F22C-BF56-6828DD6ED3FA}"/>
              </a:ext>
            </a:extLst>
          </p:cNvPr>
          <p:cNvSpPr/>
          <p:nvPr/>
        </p:nvSpPr>
        <p:spPr>
          <a:xfrm>
            <a:off x="3038475" y="6640513"/>
            <a:ext cx="6153150" cy="217487"/>
          </a:xfrm>
          <a:prstGeom prst="rect">
            <a:avLst/>
          </a:prstGeom>
          <a:solidFill>
            <a:srgbClr val="110E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3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2845-B001-DF78-C8B0-3FB2508E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blue background with white text">
            <a:extLst>
              <a:ext uri="{FF2B5EF4-FFF2-40B4-BE49-F238E27FC236}">
                <a16:creationId xmlns:a16="http://schemas.microsoft.com/office/drawing/2014/main" id="{78613500-6589-4134-CC89-0C53FCA76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6675"/>
            <a:ext cx="12191999" cy="6924675"/>
          </a:xfrm>
        </p:spPr>
      </p:pic>
    </p:spTree>
    <p:extLst>
      <p:ext uri="{BB962C8B-B14F-4D97-AF65-F5344CB8AC3E}">
        <p14:creationId xmlns:p14="http://schemas.microsoft.com/office/powerpoint/2010/main" val="615214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5941-962C-DBA7-063A-6D52F3DA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screen shot of a network">
            <a:extLst>
              <a:ext uri="{FF2B5EF4-FFF2-40B4-BE49-F238E27FC236}">
                <a16:creationId xmlns:a16="http://schemas.microsoft.com/office/drawing/2014/main" id="{B2BA4826-FE64-6F00-0768-A633BC28B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A3861C-DA08-59E6-9578-CE645C83765C}"/>
              </a:ext>
            </a:extLst>
          </p:cNvPr>
          <p:cNvSpPr/>
          <p:nvPr/>
        </p:nvSpPr>
        <p:spPr>
          <a:xfrm>
            <a:off x="6276975" y="365125"/>
            <a:ext cx="990600" cy="368300"/>
          </a:xfrm>
          <a:prstGeom prst="rect">
            <a:avLst/>
          </a:prstGeom>
          <a:solidFill>
            <a:srgbClr val="383E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EFDB3-9EA3-3491-BCDC-8280885B2777}"/>
              </a:ext>
            </a:extLst>
          </p:cNvPr>
          <p:cNvSpPr/>
          <p:nvPr/>
        </p:nvSpPr>
        <p:spPr>
          <a:xfrm>
            <a:off x="11801475" y="6581775"/>
            <a:ext cx="390525" cy="276225"/>
          </a:xfrm>
          <a:prstGeom prst="rect">
            <a:avLst/>
          </a:prstGeom>
          <a:solidFill>
            <a:srgbClr val="4249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857E13-BAEE-B905-C80A-0736402DF4CB}"/>
              </a:ext>
            </a:extLst>
          </p:cNvPr>
          <p:cNvSpPr/>
          <p:nvPr/>
        </p:nvSpPr>
        <p:spPr>
          <a:xfrm>
            <a:off x="3714750" y="6772275"/>
            <a:ext cx="4667250" cy="85725"/>
          </a:xfrm>
          <a:prstGeom prst="rect">
            <a:avLst/>
          </a:prstGeom>
          <a:solidFill>
            <a:srgbClr val="4B52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50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6EBC-3649-5D9F-2E15-6EDCE158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background with a head and a wireframe of a person's head">
            <a:extLst>
              <a:ext uri="{FF2B5EF4-FFF2-40B4-BE49-F238E27FC236}">
                <a16:creationId xmlns:a16="http://schemas.microsoft.com/office/drawing/2014/main" id="{F36288B6-C9DB-394A-0EB9-0D2EBF9FC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1515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C84328-0E7F-2258-98F4-04A6443AB947}"/>
              </a:ext>
            </a:extLst>
          </p:cNvPr>
          <p:cNvSpPr/>
          <p:nvPr/>
        </p:nvSpPr>
        <p:spPr>
          <a:xfrm>
            <a:off x="9448800" y="219075"/>
            <a:ext cx="2152650" cy="704850"/>
          </a:xfrm>
          <a:prstGeom prst="rect">
            <a:avLst/>
          </a:prstGeom>
          <a:solidFill>
            <a:srgbClr val="056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92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2177-206F-A77E-2669-80BA55B6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close-up of a network">
            <a:extLst>
              <a:ext uri="{FF2B5EF4-FFF2-40B4-BE49-F238E27FC236}">
                <a16:creationId xmlns:a16="http://schemas.microsoft.com/office/drawing/2014/main" id="{040B178F-6303-0A97-C92B-9CA38720E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E903171-757E-DA84-F05E-6B84417D088A}"/>
              </a:ext>
            </a:extLst>
          </p:cNvPr>
          <p:cNvSpPr/>
          <p:nvPr/>
        </p:nvSpPr>
        <p:spPr>
          <a:xfrm>
            <a:off x="11630025" y="6343650"/>
            <a:ext cx="495300" cy="438150"/>
          </a:xfrm>
          <a:prstGeom prst="rect">
            <a:avLst/>
          </a:prstGeom>
          <a:solidFill>
            <a:srgbClr val="030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09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FF0A-A314-94A3-36B8-A669E75D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layer in a network">
            <a:extLst>
              <a:ext uri="{FF2B5EF4-FFF2-40B4-BE49-F238E27FC236}">
                <a16:creationId xmlns:a16="http://schemas.microsoft.com/office/drawing/2014/main" id="{5626836A-2CAA-8A48-D2CA-25C5159AF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CD0FDD-C607-453F-268A-5AD2FEDA0ACD}"/>
              </a:ext>
            </a:extLst>
          </p:cNvPr>
          <p:cNvSpPr/>
          <p:nvPr/>
        </p:nvSpPr>
        <p:spPr>
          <a:xfrm>
            <a:off x="11668125" y="6410325"/>
            <a:ext cx="523875" cy="447675"/>
          </a:xfrm>
          <a:prstGeom prst="rect">
            <a:avLst/>
          </a:prstGeom>
          <a:solidFill>
            <a:srgbClr val="030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96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C807-62DB-89D0-2D58-66A6CA8A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screen shot of a computer network">
            <a:extLst>
              <a:ext uri="{FF2B5EF4-FFF2-40B4-BE49-F238E27FC236}">
                <a16:creationId xmlns:a16="http://schemas.microsoft.com/office/drawing/2014/main" id="{794BDD06-637F-F0E1-99E0-43CBC455D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5E9D29-7BEC-CA55-5DA8-A724E07E66C7}"/>
              </a:ext>
            </a:extLst>
          </p:cNvPr>
          <p:cNvSpPr/>
          <p:nvPr/>
        </p:nvSpPr>
        <p:spPr>
          <a:xfrm>
            <a:off x="3933825" y="6492875"/>
            <a:ext cx="4400550" cy="365125"/>
          </a:xfrm>
          <a:prstGeom prst="rect">
            <a:avLst/>
          </a:prstGeom>
          <a:solidFill>
            <a:srgbClr val="0D2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9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Segoe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Mostafi</dc:creator>
  <cp:lastModifiedBy>Mostafi</cp:lastModifiedBy>
  <cp:revision>5</cp:revision>
  <dcterms:created xsi:type="dcterms:W3CDTF">2025-11-11T11:14:02Z</dcterms:created>
  <dcterms:modified xsi:type="dcterms:W3CDTF">2025-11-11T12:21:53Z</dcterms:modified>
</cp:coreProperties>
</file>